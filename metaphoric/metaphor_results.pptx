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45720" cy="2560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隐喻联结学习的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行为与神经表征结果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Representational Differentiation in Metaphor Association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27432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1097280" cy="1097280"/>
          </a:xfrm>
          <a:prstGeom prst="rect">
            <a:avLst/>
          </a:prstGeom>
          <a:solidFill>
            <a:srgbClr val="2A357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1463040"/>
            <a:ext cx="1097280" cy="1097280"/>
          </a:xfrm>
          <a:prstGeom prst="rect">
            <a:avLst/>
          </a:prstGeom>
          <a:solidFill>
            <a:srgbClr val="344088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0" y="1828800"/>
            <a:ext cx="1097280" cy="1097280"/>
          </a:xfrm>
          <a:prstGeom prst="rect">
            <a:avLst/>
          </a:prstGeom>
          <a:solidFill>
            <a:srgbClr val="3E4B98"/>
          </a:solidFill>
          <a:ln/>
        </p:spPr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行为结果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709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材料控制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31136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185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学习阶段GLM与ROI来源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2660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ROI-level RSA主结果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182112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3136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Model-RSA机制结果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1280160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33088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脑-行为分析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1755648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33088" y="1709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Searchlight全脑定位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49040" y="2231136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33088" y="2185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连接分析与稳健性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49040" y="2706624"/>
            <a:ext cx="292608" cy="29260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33088" y="2660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结果概览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研究概述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377440" cy="100584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被试数量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= 28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377440" cy="100584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前后测设计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1234440"/>
            <a:ext cx="2377440" cy="100584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527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表征分化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237744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隐喻 (YY)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2377440" cy="822960"/>
          </a:xfrm>
          <a:prstGeom prst="rect">
            <a:avLst/>
          </a:prstGeom>
          <a:solidFill>
            <a:srgbClr val="4A6FA5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 (KJ)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空间邻近学习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377440" cy="822960"/>
          </a:xfrm>
          <a:prstGeom prst="rect">
            <a:avLst/>
          </a:prstGeom>
          <a:solidFill>
            <a:srgbClr val="666677"/>
          </a:solidFill>
          <a:ln/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 (JX)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无学习控制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20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核心发现：隐喻学习后配对词的神经相似性显著下降（Representational Differentiation），且在多套ROI定义下稳定重复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行为结果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82880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YY正确率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828800" cy="1051560"/>
          </a:xfrm>
          <a:prstGeom prst="rect">
            <a:avLst/>
          </a:prstGeom>
          <a:solidFill>
            <a:srgbClr val="FFF3E0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KJ正确率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1527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82880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0.398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527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2.37e-06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0" y="1234440"/>
            <a:ext cx="1828800" cy="1051560"/>
          </a:xfrm>
          <a:prstGeom prst="rect">
            <a:avLst/>
          </a:prstGeom>
          <a:solidFill>
            <a:srgbClr val="E8F5E9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307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效应量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15270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1828800" cy="91440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YY反应时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1070 ms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0" y="2468880"/>
            <a:ext cx="1828800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KJ反应时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1100 ms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2468880"/>
            <a:ext cx="1828800" cy="914400"/>
          </a:xfrm>
          <a:prstGeom prst="rect">
            <a:avLst/>
          </a:prstGeom>
          <a:solidFill>
            <a:srgbClr val="E8EE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-0.026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.009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12700" dir="162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结论：隐喻学习带来‘记得更准 + 提取更快’双重优势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材料控制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Control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 (隐喻)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 (空间)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可理解度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无差异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无差异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词对关联度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无差异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句子新颖性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6.1e-05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 &gt; KJ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37560"/>
            <a:ext cx="804672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3375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YY与KJ在可理解度、难度、关联度上均无显著差异，仅句子新颖性YY显著高于KJ——这是隐喻条件的本质特征，非混淆变量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学习阶段GLM与ROI来源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Phase GLM &amp; ROI 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 &gt; Spatial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左前颞 / 颞极激活增强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峰值MNI坐标: [-52, 6, -24]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Cluster大小: 1592 mm³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语义加工网络核心区域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&gt; Metaphor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后部视觉-内侧颞-顶叶网络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共发现5个显著激活簇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空间加工与情景记忆相关区域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与语义网络形成功能分离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solidFill>
            <a:srgbClr val="E8EEF7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这些对比结果为后续ROI-level RSA分析提供了功能定位基础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ROI-level RSA - 方法概述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1500" y="1234440"/>
            <a:ext cx="1828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4732" y="1344168"/>
            <a:ext cx="402336" cy="40233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284732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LSS Beta提取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Pre/Post阶段分别提取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逐试次beta序列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7732" y="2039112"/>
            <a:ext cx="173736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8900" y="1234440"/>
            <a:ext cx="1828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2132" y="1344168"/>
            <a:ext cx="402336" cy="40233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342132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289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模式相似性计算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289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ROI内item-wise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similarity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5132" y="2039112"/>
            <a:ext cx="173736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4686300" y="1234440"/>
            <a:ext cx="1828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9532" y="1344168"/>
            <a:ext cx="402336" cy="40233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399532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863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线性混合模型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63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~ condition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time + random effects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42532" y="2039112"/>
            <a:ext cx="173736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743700" y="1234440"/>
            <a:ext cx="1828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6932" y="1344168"/>
            <a:ext cx="402336" cy="40233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56932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37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交互效应检验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437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核心检验: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x 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804672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LMM: similarity ~ condition * time + (1 | subject) + (1 | item)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核心检验：condition x time交互效应 —— 隐喻条件学习后相似性是否系统性变化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ROI-level RSA - main_functional结果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Functional ROI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 (YY)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0.1725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234440"/>
            <a:ext cx="2560320" cy="3657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(KJ)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0.1538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0.1455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5603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6667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34440"/>
            <a:ext cx="2560320" cy="365760"/>
          </a:xfrm>
          <a:prstGeom prst="rect">
            <a:avLst/>
          </a:prstGeom>
          <a:solidFill>
            <a:srgbClr val="666677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(JX)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0.0885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0.1039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3429000"/>
            <a:ext cx="8046720" cy="640080"/>
          </a:xfrm>
          <a:prstGeom prst="rect">
            <a:avLst/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Metaphor x Pre: 7/7 ROI全部显著 —— 隐喻学习导致配对词神经表征系统性分化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ROI-level RSA - 多套ROI稳健性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Multi-ROI Robustness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main_functional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01168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37360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7 ROI显著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基于GLM对比的功能ROI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201168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1737360"/>
            <a:ext cx="2011680" cy="2286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12 ROI显著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基于文献的语义网络ROI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5603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99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literature_spatial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737360"/>
            <a:ext cx="2011680" cy="228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737360"/>
            <a:ext cx="2011680" cy="228600"/>
          </a:xfrm>
          <a:prstGeom prst="rect">
            <a:avLst/>
          </a:prstGeom>
          <a:solidFill>
            <a:srgbClr val="3B599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9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12 ROI显著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反证性分析：空间网络ROI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对照：Spatial x Pre 未形成跨ROI稳定结果 —— 分化效应特异于隐喻条件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结论：YY分化在所有ROI定义下稳定 —— 结果具有高度稳健性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Model-RSA机制结果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Model-RSA Mechanism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M3_embedding (BERT语义距离)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main_functional 左颞极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-2.74, p = .0107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语义距离与神经模式变化相关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支持语义重加权机制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M8_reverse_pair (配对分化探针)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literature 左IFG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3.47, p = .0018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配对内分化模式显著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支持pair-based differentiation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双重机制：Pair-based Differentiation + Semantic Reweighting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脑-行为分析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Brain-Behavior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2560320" cy="34747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Item-level分析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accuracy候选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主要集中在Spatial/KJ条件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YY条件候选较少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560320" cy="34747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S1机制预测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无FDR校正后显著结果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趋势性关联存在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需更大样本验证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25603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最佳候选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literature_spatial 左RSC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M8_reverse_pair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预测YY-KJ提取效率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.634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8046720" cy="777240"/>
          </a:xfrm>
          <a:prstGeom prst="rect">
            <a:avLst/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918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最佳候选：literature_spatial 左RSC 的 M8_reverse_pair 预测 YY-KJ retrieval efficiency (r = .634)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脑-行为关联提示表征分化程度与行为提取效率之间存在潜在联系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Searchlight全脑定位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Searchlight Whole-Brain Mapping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YY: Pair-similarity Searchlight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Post-Pre出现FWE校正后显著下降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最高峰 MNI [28, 16, 48]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-8.66, p_FWE = .00050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右侧额下回/额中回区域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KJ: Pair-similarity Searchlight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无FWE校正后显著peak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与YY形成鲜明对比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空间学习未引起全脑范围的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表征分化效应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searchlight未发现FWE显著peak —— 表征分化效应在pair-similarity维度上更为敏感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连接分析与稳健性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Robustness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3840480" cy="34747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Representational Connectivity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6个planned scope均不显著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CI均不跨0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gPPI分析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6个planned scope均不显著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功能连接未发现学习效应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不跨0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520440"/>
            <a:ext cx="64008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51760" y="283464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5176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同方向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520440"/>
            <a:ext cx="64008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Split-half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方向一致率 1.0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3520440"/>
            <a:ext cx="64008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75120" y="283464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Ceiling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可解释范围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3520440"/>
            <a:ext cx="640080" cy="2286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合理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结果一页概览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当前结果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行为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YY最终记忆正确率高于KJ (p=2.37e-06)，正确trial反应更快 (p=.009)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学习GLM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Metaphor&gt;Spatial定位左前颞；Spatial&gt;Metaphor定位后部网络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ROI-level RSA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三套ROI中YY均表现出稳定post-pre pair similarity下降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Model-RSA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literature左IFG的M8_reverse_pair在primary-family内显著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Searchlight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YY有FWE显著下降 (p_FWE=.00050)；KJ无FWE显著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Robustness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Bootstrap、LOSO、Split-half支持方向稳定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核心结论：隐喻联结学习通过pair-based differentiation和semantic reweighting双重机制驱动神经表征分化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9149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隐喻联结学习研究</a:t>
            </a:r>
            <a:endParaRPr lang="en-US" sz="8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097280"/>
            <a:ext cx="1371600" cy="1371600"/>
          </a:xfrm>
          <a:prstGeom prst="rect">
            <a:avLst/>
          </a:prstGeom>
          <a:solidFill>
            <a:srgbClr val="2A35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463040"/>
            <a:ext cx="1371600" cy="1371600"/>
          </a:xfrm>
          <a:prstGeom prst="rect">
            <a:avLst/>
          </a:prstGeom>
          <a:solidFill>
            <a:srgbClr val="3440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828800"/>
            <a:ext cx="1371600" cy="1371600"/>
          </a:xfrm>
          <a:prstGeom prst="rect">
            <a:avLst/>
          </a:prstGeom>
          <a:solidFill>
            <a:srgbClr val="3E4B9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spc="1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Your Attention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联系方式：your.email@example.com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隐喻联结学习的行为与神经表征结果</dc:title>
  <dc:subject>PptxGenJS Presentation</dc:subject>
  <dc:creator>Metaphor Research Lab</dc:creator>
  <cp:lastModifiedBy>Metaphor Research Lab</cp:lastModifiedBy>
  <cp:revision>1</cp:revision>
  <dcterms:created xsi:type="dcterms:W3CDTF">2026-05-02T06:45:08Z</dcterms:created>
  <dcterms:modified xsi:type="dcterms:W3CDTF">2026-05-02T06:45:08Z</dcterms:modified>
</cp:coreProperties>
</file>